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4A567-3058-40A2-972A-627555CE9654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A8DC1-97FE-4A23-90FA-B6465DB41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10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BA83C-F57E-E3D1-E458-75F3C9CC2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AEDF71-71CF-D8B1-8CE6-81F0F1344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A98B1-55DE-7092-5977-13A7BDA0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D941B-3FE9-4F1C-08EF-825F169C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4E72A-47D3-38AF-8D09-DD6DAF09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17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64FB9-1392-14B9-18F3-6CB30192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8560D-3841-3B0A-DDB8-DDE6600B4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03A91-FEBC-03CE-0E42-ED0A9B88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ECE90-2140-DB0C-F1C5-784C344D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0A5DB-9825-7DCF-24AB-A8B1F528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42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391D2-F73E-42EA-9357-0425E9B9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92F15-61D9-1F56-2B06-496E65569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6B3D56-4CFD-6509-9B07-552C8B4E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B60EC-6D10-D8B5-A844-FE07A08A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96CF5C-5896-8382-1426-48E06F60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65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0255A-B54B-52AB-854D-44774398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876BB-3DE8-55F2-D152-D301E1250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6F1298-FADC-D596-3A8A-3DF50D7A3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310998-7BD8-7A7D-2F47-1C22B193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0D3ADD-44B1-6B55-F010-3C61389F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BF5286-CCFA-5488-05A2-BF742C06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62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70F64-3A9B-C13D-29E8-16356B49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AB8B6-4EEE-15B0-1F90-5B1FADE4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0FF0B-B082-8419-5547-C6647E4C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A468B4-C5AF-724A-3006-04D2E8126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FFEC6A-B684-7905-C061-E75401329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146519-DEC9-22DC-9B3B-83EAB553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F00785-DDD6-8C1A-538E-7668AE15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0A8EAA-68BA-DEEC-CE7D-31B2324A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2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FFBB4-77F8-FFA7-3C21-2F928850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FF015B-5434-7028-5EB5-0383450A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C5548-E155-92CB-22B6-5F24058C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883A60-E2C2-0FA3-CFCE-00AE7327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86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9FBAD9-88B2-D054-8EBF-8D8FADF9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62D57A-188F-07CA-6C43-5D8FB9E3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A5C25-C18A-CE00-53B7-9159B910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79FE1-EC48-FB86-0F30-943C0F570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538B-B857-502E-AD94-CFF09A6E2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43D37-9130-1EEC-6AFE-529688905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976577-0369-2BD7-AE56-1CF469E1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1430CC-36A6-8041-5412-4303F699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4F0493-0261-BD10-9AB8-39976DC4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9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4010E-7FA3-3538-403C-E6BA5FF9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C81C86-AB92-E79F-5602-97B2DD2A1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EDF37F-DEC7-1C54-F8A0-E02F8D6C8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CA531-E088-20D9-BA40-2AAAB77E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42847F-BA74-F63F-5232-101DEAF5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A640C5-D48B-3866-4E12-1A33AB1C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272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0862C-956E-5B1D-BBA4-B3B03584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4F036F-77BE-C9FA-AFF2-5B38EBC9A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71EC2-C2C8-3FFC-1A1C-9EA5F4C6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FC8DAA-8158-9ED3-ECDA-94AD2E93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8D6BB-10F9-6759-0158-AF614655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40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51D6EC-D641-97F7-B35B-1EDDC675A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2E4EE-BA5E-87DD-EC1F-196D30D3F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AD578-9073-D0A1-3CEE-CBCA4E14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56DBEB-3D9A-F1A6-4844-6E877502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1FD1F-9205-F863-F6F9-18B4326C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2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3CFE6A-2454-D572-8D96-CFA62FEE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70535-185E-CB66-FF46-E33240B5E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B5C9B-30FF-A09B-6FDD-4916BE89B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D79E9-5EF9-4A61-8EDD-D0BF8DF2E1FF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3659D-EB41-D9A8-954E-AC2D900CB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88AA7-FC8B-C266-D450-E86ECD6C4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2446C-064B-4569-B6B0-BC434DEE61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3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160B8-78ED-75BA-17FA-9AD183C96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5508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4000" dirty="0"/>
              <a:t>마태복음 제</a:t>
            </a:r>
            <a:r>
              <a:rPr lang="en-US" altLang="ko-KR" sz="4000" dirty="0"/>
              <a:t>41</a:t>
            </a:r>
            <a:r>
              <a:rPr lang="ko-KR" altLang="en-US" sz="4000" dirty="0"/>
              <a:t>강</a:t>
            </a:r>
            <a:br>
              <a:rPr lang="en-US" altLang="ko-KR" sz="4000" dirty="0"/>
            </a:br>
            <a:endParaRPr lang="ko-KR" altLang="en-US" sz="2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EB0261-BB3A-8648-9C54-D94B5DA5A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513" y="3429000"/>
            <a:ext cx="9144000" cy="1655762"/>
          </a:xfrm>
        </p:spPr>
        <p:txBody>
          <a:bodyPr>
            <a:normAutofit/>
          </a:bodyPr>
          <a:lstStyle/>
          <a:p>
            <a:r>
              <a:rPr lang="ko-KR" altLang="en-US" dirty="0"/>
              <a:t>예수를 더욱 사랑할 수 있을까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Rev. Dr. Paul Junghoon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64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C63C5-345C-1D3B-7D8A-A60E9FD2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길가에 떨어진 씨 </a:t>
            </a:r>
            <a:r>
              <a:rPr lang="en-US" altLang="ko-KR" sz="3200" dirty="0"/>
              <a:t>: </a:t>
            </a:r>
            <a:r>
              <a:rPr lang="ko-KR" altLang="en-US" sz="3200" dirty="0"/>
              <a:t>닫힌 마음</a:t>
            </a:r>
            <a:r>
              <a:rPr lang="en-US" altLang="ko-KR" sz="3200" dirty="0"/>
              <a:t>, </a:t>
            </a:r>
            <a:r>
              <a:rPr lang="ko-KR" altLang="en-US" sz="3200" dirty="0"/>
              <a:t>방어적 자아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F105C-B9EE-8F76-9D5F-24FBA4714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사단의 유혹이 쉽게 먹히는 자아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마음이 </a:t>
            </a:r>
            <a:r>
              <a:rPr lang="ko-KR" altLang="en-US" dirty="0">
                <a:highlight>
                  <a:srgbClr val="C0C0C0"/>
                </a:highlight>
              </a:rPr>
              <a:t>상처</a:t>
            </a:r>
            <a:r>
              <a:rPr lang="en-US" altLang="ko-KR" dirty="0">
                <a:highlight>
                  <a:srgbClr val="C0C0C0"/>
                </a:highlight>
              </a:rPr>
              <a:t>, </a:t>
            </a:r>
            <a:r>
              <a:rPr lang="ko-KR" altLang="en-US" dirty="0">
                <a:highlight>
                  <a:srgbClr val="C0C0C0"/>
                </a:highlight>
              </a:rPr>
              <a:t>냉소</a:t>
            </a:r>
            <a:r>
              <a:rPr lang="en-US" altLang="ko-KR" dirty="0">
                <a:highlight>
                  <a:srgbClr val="C0C0C0"/>
                </a:highlight>
              </a:rPr>
              <a:t>, </a:t>
            </a:r>
            <a:r>
              <a:rPr lang="ko-KR" altLang="en-US" dirty="0">
                <a:highlight>
                  <a:srgbClr val="C0C0C0"/>
                </a:highlight>
              </a:rPr>
              <a:t>분노</a:t>
            </a:r>
            <a:r>
              <a:rPr lang="en-US" altLang="ko-KR" dirty="0">
                <a:highlight>
                  <a:srgbClr val="C0C0C0"/>
                </a:highlight>
              </a:rPr>
              <a:t>, </a:t>
            </a:r>
            <a:r>
              <a:rPr lang="ko-KR" altLang="en-US" dirty="0">
                <a:highlight>
                  <a:srgbClr val="C0C0C0"/>
                </a:highlight>
              </a:rPr>
              <a:t>선입견</a:t>
            </a:r>
            <a:r>
              <a:rPr lang="en-US" altLang="ko-KR" dirty="0">
                <a:highlight>
                  <a:srgbClr val="C0C0C0"/>
                </a:highlight>
              </a:rPr>
              <a:t>, </a:t>
            </a:r>
            <a:r>
              <a:rPr lang="ko-KR" altLang="en-US" dirty="0">
                <a:highlight>
                  <a:srgbClr val="C0C0C0"/>
                </a:highlight>
              </a:rPr>
              <a:t>자기확신으로 굳어지면 </a:t>
            </a:r>
            <a:r>
              <a:rPr lang="ko-KR" altLang="en-US" dirty="0"/>
              <a:t>진리가 들어갈 공간이 없어진다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말씀을 들어도 </a:t>
            </a:r>
            <a:r>
              <a:rPr lang="ko-KR" altLang="en-US" dirty="0">
                <a:highlight>
                  <a:srgbClr val="C0C0C0"/>
                </a:highlight>
              </a:rPr>
              <a:t>곧바로 판단</a:t>
            </a:r>
            <a:endParaRPr lang="en-US" altLang="ko-KR" dirty="0">
              <a:highlight>
                <a:srgbClr val="C0C0C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빠른 판단이 </a:t>
            </a:r>
            <a:r>
              <a:rPr lang="ko-KR" altLang="en-US" dirty="0">
                <a:highlight>
                  <a:srgbClr val="C0C0C0"/>
                </a:highlight>
              </a:rPr>
              <a:t>마귀의 밥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248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6A8E2-7BC6-C979-9B45-CD88E87F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1C7149-B4FE-E574-C079-DD2ECCAF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뉴스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/>
              <a:t>논쟁</a:t>
            </a:r>
            <a:r>
              <a:rPr lang="en-US" altLang="ko-KR" dirty="0"/>
              <a:t>, </a:t>
            </a:r>
            <a:r>
              <a:rPr lang="ko-KR" altLang="en-US" dirty="0"/>
              <a:t>분노</a:t>
            </a:r>
            <a:r>
              <a:rPr lang="en-US" altLang="ko-KR" dirty="0"/>
              <a:t>, </a:t>
            </a:r>
            <a:r>
              <a:rPr lang="ko-KR" altLang="en-US" dirty="0"/>
              <a:t>정치적 확신</a:t>
            </a:r>
            <a:r>
              <a:rPr lang="en-US" altLang="ko-KR" dirty="0"/>
              <a:t>, </a:t>
            </a:r>
            <a:r>
              <a:rPr lang="ko-KR" altLang="en-US" dirty="0"/>
              <a:t>자기 경험에는 민감하지만</a:t>
            </a:r>
            <a:r>
              <a:rPr lang="en-US" altLang="ko-KR" dirty="0"/>
              <a:t>, </a:t>
            </a:r>
            <a:r>
              <a:rPr lang="ko-KR" altLang="en-US" dirty="0"/>
              <a:t>하나님의 말씀 앞에서는 굳어져 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확증편향</a:t>
            </a:r>
          </a:p>
        </p:txBody>
      </p:sp>
    </p:spTree>
    <p:extLst>
      <p:ext uri="{BB962C8B-B14F-4D97-AF65-F5344CB8AC3E}">
        <p14:creationId xmlns:p14="http://schemas.microsoft.com/office/powerpoint/2010/main" val="332257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89E27-60BC-3963-AF4E-91890204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“귀 있는 자는 들으라”</a:t>
            </a:r>
            <a:r>
              <a:rPr lang="en-US" altLang="ko-KR" dirty="0"/>
              <a:t>(</a:t>
            </a:r>
            <a:r>
              <a:rPr lang="ko-KR" altLang="en-US" dirty="0"/>
              <a:t>마 </a:t>
            </a:r>
            <a:r>
              <a:rPr lang="en-US" altLang="ko-KR" dirty="0"/>
              <a:t>13:9)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9A54F-DC05-3932-00CE-11E1C7C29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제자는 모든 것을 이미 아는 사람이 아닙니다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제자는 말씀 앞에서 다시 부드러워지는 사람입니다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굳은 마음이 갈아 엎어져야 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냉소가 회개로 </a:t>
            </a:r>
            <a:r>
              <a:rPr lang="ko-KR" altLang="en-US" dirty="0"/>
              <a:t>바뀌고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자기확신이 순종으로 </a:t>
            </a:r>
            <a:r>
              <a:rPr lang="ko-KR" altLang="en-US" dirty="0"/>
              <a:t>바뀌어야 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기도로 회개하지 못하고</a:t>
            </a:r>
            <a:r>
              <a:rPr lang="en-US" altLang="ko-KR" dirty="0"/>
              <a:t>, </a:t>
            </a:r>
            <a:r>
              <a:rPr lang="ko-KR" altLang="en-US" dirty="0"/>
              <a:t>억울함의 토로로 빠짐 </a:t>
            </a:r>
            <a:r>
              <a:rPr lang="en-US" altLang="ko-KR" dirty="0"/>
              <a:t>(</a:t>
            </a:r>
            <a:r>
              <a:rPr lang="ko-KR" altLang="en-US" dirty="0"/>
              <a:t>영적 분위기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77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917FD-4B4F-56F5-1AFB-6039B77E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돌밭에 떨어진 씨 </a:t>
            </a:r>
            <a:r>
              <a:rPr lang="en-US" altLang="ko-KR" sz="2800" dirty="0"/>
              <a:t>: </a:t>
            </a:r>
            <a:r>
              <a:rPr lang="ko-KR" altLang="en-US" sz="2800" dirty="0"/>
              <a:t>감정은 빠르지만 뿌리가 얕은 인간상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50702-3891-68C8-3A5E-209B842DC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돌밭의 사람은 말씀을 거부하지 않음</a:t>
            </a:r>
            <a:r>
              <a:rPr lang="en-US" altLang="ko-KR" dirty="0"/>
              <a:t>(</a:t>
            </a:r>
            <a:r>
              <a:rPr lang="ko-KR" altLang="en-US" dirty="0"/>
              <a:t>잘 들음</a:t>
            </a:r>
            <a:r>
              <a:rPr lang="en-US" altLang="ko-KR" dirty="0"/>
              <a:t>).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오히려 기뻐함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감동도 받고 은혜도 받는다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문제는 깊이가 없는 것</a:t>
            </a:r>
            <a:endParaRPr lang="en-US" altLang="ko-KR" dirty="0">
              <a:highlight>
                <a:srgbClr val="C0C0C0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감정 중심적 반응성</a:t>
            </a:r>
            <a:r>
              <a:rPr lang="ko-KR" altLang="en-US" dirty="0"/>
              <a:t>과 관련됨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강한 감정적 자극에는 빨리 반응하지만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highlight>
                  <a:srgbClr val="C0C0C0"/>
                </a:highlight>
              </a:rPr>
              <a:t>그 감정을 삶의 습관과 인격의 변화로 연결하지 못함 </a:t>
            </a:r>
            <a:r>
              <a:rPr lang="en-US" altLang="ko-KR" dirty="0"/>
              <a:t>(</a:t>
            </a:r>
            <a:r>
              <a:rPr lang="ko-KR" altLang="en-US" dirty="0"/>
              <a:t>지성과 의지</a:t>
            </a:r>
            <a:r>
              <a:rPr lang="en-US" altLang="ko-KR" dirty="0"/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부흥회 중심 신앙</a:t>
            </a:r>
          </a:p>
        </p:txBody>
      </p:sp>
    </p:spTree>
    <p:extLst>
      <p:ext uri="{BB962C8B-B14F-4D97-AF65-F5344CB8AC3E}">
        <p14:creationId xmlns:p14="http://schemas.microsoft.com/office/powerpoint/2010/main" val="308165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A8C77-3F6F-222D-4887-058E02CE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뿌리내림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24FD80-8F61-60A8-2B25-580D68783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월요일의 직장</a:t>
            </a:r>
            <a:r>
              <a:rPr lang="en-US" altLang="ko-KR" dirty="0"/>
              <a:t>, </a:t>
            </a:r>
            <a:r>
              <a:rPr lang="ko-KR" altLang="en-US" dirty="0"/>
              <a:t>가정의 갈등</a:t>
            </a:r>
            <a:r>
              <a:rPr lang="en-US" altLang="ko-KR" dirty="0"/>
              <a:t>, </a:t>
            </a:r>
            <a:r>
              <a:rPr lang="ko-KR" altLang="en-US" dirty="0"/>
              <a:t>인간관계의 상처</a:t>
            </a:r>
            <a:r>
              <a:rPr lang="en-US" altLang="ko-KR" dirty="0"/>
              <a:t>, </a:t>
            </a:r>
            <a:r>
              <a:rPr lang="ko-KR" altLang="en-US" dirty="0"/>
              <a:t>경제적 압박</a:t>
            </a:r>
            <a:r>
              <a:rPr lang="en-US" altLang="ko-KR" dirty="0"/>
              <a:t>, </a:t>
            </a:r>
            <a:r>
              <a:rPr lang="ko-KR" altLang="en-US" dirty="0"/>
              <a:t>반복되는 유혹 앞에서는 무너집니다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그리스도의 제자는 </a:t>
            </a:r>
            <a:r>
              <a:rPr lang="ko-KR" altLang="en-US" dirty="0">
                <a:highlight>
                  <a:srgbClr val="C0C0C0"/>
                </a:highlight>
              </a:rPr>
              <a:t>깊이 뿌리 내리는 사람</a:t>
            </a:r>
          </a:p>
        </p:txBody>
      </p:sp>
    </p:spTree>
    <p:extLst>
      <p:ext uri="{BB962C8B-B14F-4D97-AF65-F5344CB8AC3E}">
        <p14:creationId xmlns:p14="http://schemas.microsoft.com/office/powerpoint/2010/main" val="350887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09E02-08DE-47E7-580F-51515C74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가시 떨기에 떨어진 씨 </a:t>
            </a:r>
            <a:r>
              <a:rPr lang="en-US" altLang="ko-KR" sz="3200" dirty="0"/>
              <a:t>: </a:t>
            </a:r>
            <a:r>
              <a:rPr lang="ko-KR" altLang="en-US" sz="3200" dirty="0"/>
              <a:t>불안과 욕망에 압도된 인간상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CA107-6899-EC84-2C0B-B3564C400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“너는 더 가져야 안전해</a:t>
            </a:r>
            <a:r>
              <a:rPr lang="en-US" altLang="ko-KR" dirty="0"/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너는 인정받아야 가치 있어</a:t>
            </a:r>
            <a:r>
              <a:rPr lang="en-US" altLang="ko-KR" dirty="0"/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너는 뒤처지면 끝장이야</a:t>
            </a:r>
            <a:r>
              <a:rPr lang="en-US" altLang="ko-KR" dirty="0"/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돈이 없으면 아무것도 아니야</a:t>
            </a:r>
            <a:r>
              <a:rPr lang="en-US" altLang="ko-KR" dirty="0"/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성공하지 못하면 실패한 인생이야</a:t>
            </a:r>
            <a:r>
              <a:rPr lang="en-US" altLang="ko-KR" dirty="0"/>
              <a:t>.”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652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216EF-9B68-D022-A649-7ED4CB43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불안기반에서 진리기반으로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BC491-46B1-42D0-E115-EFF8737BA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예수님은 두 가지를 지적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세상의 염려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재물의 유혹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불안 기반의 삶</a:t>
            </a:r>
          </a:p>
        </p:txBody>
      </p:sp>
    </p:spTree>
    <p:extLst>
      <p:ext uri="{BB962C8B-B14F-4D97-AF65-F5344CB8AC3E}">
        <p14:creationId xmlns:p14="http://schemas.microsoft.com/office/powerpoint/2010/main" val="94194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57340-43D3-CDBF-788B-B10AF7A6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55CBC-FBAE-16C3-843C-D1917E306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말씀은 마음에 들어왔지만</a:t>
            </a:r>
            <a:r>
              <a:rPr lang="en-US" altLang="ko-KR" dirty="0"/>
              <a:t>, </a:t>
            </a:r>
            <a:r>
              <a:rPr lang="ko-KR" altLang="en-US" dirty="0"/>
              <a:t>염려와 욕망이 더 빨리 자라서 말씀을 덮어버립니다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 사람은 신앙이 없는 사람이 아닐 수 있습니다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예배도 드립니다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기도도 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그러나 마음의 중심에는 하나님 나라보다 생존 불안과 성공 욕망이 더 크게 자리 잡고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043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857AD-3A74-CA24-7EED-58623804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모든 가치는 그리스도께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FFF2DA-29D0-BF06-323A-BA24F5603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그리스도의 제자는 단순해지는 사람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제자는 염려가 없는 사람이 아니다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그러나 염려를 주인으로 삼지 않는 사람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돈을 사용하지만 돈에게 지배당하지 않는 사람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성공을 감사하지만 </a:t>
            </a:r>
            <a:r>
              <a:rPr lang="ko-KR" altLang="en-US" dirty="0">
                <a:highlight>
                  <a:srgbClr val="C0C0C0"/>
                </a:highlight>
              </a:rPr>
              <a:t>성공으로 자기 가치를 증명하려 하지 않는 사람</a:t>
            </a:r>
            <a:r>
              <a:rPr lang="en-US" altLang="ko-KR" dirty="0">
                <a:highlight>
                  <a:srgbClr val="C0C0C0"/>
                </a:highlight>
              </a:rPr>
              <a:t>.</a:t>
            </a:r>
            <a:endParaRPr lang="ko-KR" alt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8620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9E890-1312-E3A4-E28C-85444180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5C473C-E709-04D2-9101-8E972C3C9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듣습니다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깨닫습니다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열매를 맺습니다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좋은 땅은 그리스도 안에서 통합된 인격</a:t>
            </a:r>
          </a:p>
        </p:txBody>
      </p:sp>
    </p:spTree>
    <p:extLst>
      <p:ext uri="{BB962C8B-B14F-4D97-AF65-F5344CB8AC3E}">
        <p14:creationId xmlns:p14="http://schemas.microsoft.com/office/powerpoint/2010/main" val="14194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5B9B-36A8-5DBF-1437-D35B0E49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044AE-1506-FBE8-F7A5-5C2E052E6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“나는 포도나무요 너희는 가지라 그가 내 안에</a:t>
            </a:r>
            <a:r>
              <a:rPr lang="en-US" altLang="ko-KR" dirty="0"/>
              <a:t>, </a:t>
            </a:r>
            <a:r>
              <a:rPr lang="ko-KR" altLang="en-US" dirty="0"/>
              <a:t>내가 그 안에 거하면 사람이 열매를 많이 </a:t>
            </a:r>
            <a:r>
              <a:rPr lang="ko-KR" altLang="en-US" dirty="0" err="1"/>
              <a:t>맺나니</a:t>
            </a:r>
            <a:r>
              <a:rPr lang="ko-KR" altLang="en-US" dirty="0"/>
              <a:t>”</a:t>
            </a:r>
            <a:r>
              <a:rPr lang="en-US" altLang="ko-KR" dirty="0"/>
              <a:t>(</a:t>
            </a:r>
            <a:r>
              <a:rPr lang="ko-KR" altLang="en-US" dirty="0"/>
              <a:t>요 </a:t>
            </a:r>
            <a:r>
              <a:rPr lang="en-US" altLang="ko-KR" dirty="0"/>
              <a:t>15:5)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마태복음 </a:t>
            </a:r>
            <a:r>
              <a:rPr lang="en-US" altLang="ko-KR" dirty="0"/>
              <a:t>13</a:t>
            </a:r>
            <a:r>
              <a:rPr lang="ko-KR" altLang="en-US" dirty="0"/>
              <a:t>장의 좋은 땅은 결국 요한복음 </a:t>
            </a:r>
            <a:r>
              <a:rPr lang="en-US" altLang="ko-KR" dirty="0"/>
              <a:t>15</a:t>
            </a:r>
            <a:r>
              <a:rPr lang="ko-KR" altLang="en-US" dirty="0"/>
              <a:t>장의 가지와 연결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열매 맺는 삶은 자기 힘으로 이루는 성취가 아니라</a:t>
            </a:r>
            <a:r>
              <a:rPr lang="en-US" altLang="ko-KR" dirty="0"/>
              <a:t>, </a:t>
            </a:r>
            <a:r>
              <a:rPr lang="ko-KR" altLang="en-US" dirty="0"/>
              <a:t>그리스도께 붙어 있을 때 나타나는 은혜의 결과</a:t>
            </a:r>
          </a:p>
        </p:txBody>
      </p:sp>
    </p:spTree>
    <p:extLst>
      <p:ext uri="{BB962C8B-B14F-4D97-AF65-F5344CB8AC3E}">
        <p14:creationId xmlns:p14="http://schemas.microsoft.com/office/powerpoint/2010/main" val="3881691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A1B2D-9016-D457-8B8C-90E09683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75D0E-BC11-94C4-99B8-0AC5A211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많은 신자가 이렇게 생각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나는 예수를 더 사랑해야 해</a:t>
            </a:r>
            <a:r>
              <a:rPr lang="en-US" altLang="ko-KR" dirty="0"/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나는 더 헌신해야 해</a:t>
            </a:r>
            <a:r>
              <a:rPr lang="en-US" altLang="ko-KR" dirty="0"/>
              <a:t>.”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/>
              <a:t>나는 더 뜨거워져야 해</a:t>
            </a:r>
            <a:r>
              <a:rPr lang="en-US" altLang="ko-KR" dirty="0"/>
              <a:t>.”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73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3A829-BA7B-74A9-F6D6-1A88AABBC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사랑은 바라봄에서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BA9139-449D-2D46-D128-57AA7ABA0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“네가 나를 사랑하느냐</a:t>
            </a:r>
            <a:r>
              <a:rPr lang="en-US" altLang="ko-KR" dirty="0"/>
              <a:t>?”(</a:t>
            </a:r>
            <a:r>
              <a:rPr lang="ko-KR" altLang="en-US" dirty="0"/>
              <a:t>요 </a:t>
            </a:r>
            <a:r>
              <a:rPr lang="en-US" altLang="ko-KR" dirty="0"/>
              <a:t>21:15–17)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“내 양을 먹이라”</a:t>
            </a:r>
            <a:r>
              <a:rPr lang="en-US" altLang="ko-KR" dirty="0"/>
              <a:t>(</a:t>
            </a:r>
            <a:r>
              <a:rPr lang="ko-KR" altLang="en-US" dirty="0"/>
              <a:t>요 </a:t>
            </a:r>
            <a:r>
              <a:rPr lang="en-US" altLang="ko-KR" dirty="0"/>
              <a:t>21:17)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“믿음의 주요 또 온전하게 하시는 이인 예수를 바라보자”</a:t>
            </a:r>
            <a:r>
              <a:rPr lang="en-US" altLang="ko-KR" dirty="0"/>
              <a:t>(</a:t>
            </a:r>
            <a:r>
              <a:rPr lang="ko-KR" altLang="en-US" dirty="0"/>
              <a:t>히 </a:t>
            </a:r>
            <a:r>
              <a:rPr lang="en-US" altLang="ko-KR" dirty="0"/>
              <a:t>12:2)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7124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5B417-4F37-F90F-4844-BB9AADB8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제자도</a:t>
            </a:r>
            <a:r>
              <a:rPr lang="en-US" altLang="ko-KR" dirty="0"/>
              <a:t> = </a:t>
            </a:r>
            <a:r>
              <a:rPr lang="ko-KR" altLang="en-US" dirty="0"/>
              <a:t>닮는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B0E77-2009-F6B9-6755-BC438E891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사랑은 바라봄과 표현 </a:t>
            </a:r>
            <a:r>
              <a:rPr lang="en-US" altLang="ko-KR" dirty="0"/>
              <a:t>(</a:t>
            </a:r>
            <a:r>
              <a:rPr lang="ko-KR" altLang="en-US" dirty="0"/>
              <a:t>실천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누군가</a:t>
            </a:r>
            <a:r>
              <a:rPr lang="en-US" altLang="ko-KR" dirty="0"/>
              <a:t>(</a:t>
            </a:r>
            <a:r>
              <a:rPr lang="ko-KR" altLang="en-US" dirty="0"/>
              <a:t>양</a:t>
            </a:r>
            <a:r>
              <a:rPr lang="en-US" altLang="ko-KR" dirty="0"/>
              <a:t>)</a:t>
            </a:r>
            <a:r>
              <a:rPr lang="ko-KR" altLang="en-US" dirty="0"/>
              <a:t>에게 </a:t>
            </a:r>
            <a:r>
              <a:rPr lang="ko-KR" altLang="en-US" dirty="0" err="1"/>
              <a:t>고엘</a:t>
            </a:r>
            <a:r>
              <a:rPr lang="en-US" altLang="ko-KR" dirty="0"/>
              <a:t>(</a:t>
            </a:r>
            <a:r>
              <a:rPr lang="ko-KR" altLang="en-US" dirty="0"/>
              <a:t>먹이기</a:t>
            </a:r>
            <a:r>
              <a:rPr lang="en-US" altLang="ko-KR" dirty="0"/>
              <a:t>)</a:t>
            </a:r>
            <a:r>
              <a:rPr lang="ko-KR" altLang="en-US" dirty="0"/>
              <a:t>이 되는 삶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“이들 내 형제 중에 지극히 작은 자 하나에게 한 것이 곧 내게 한 것” 마태복음 </a:t>
            </a:r>
            <a:r>
              <a:rPr lang="en-US" altLang="ko-KR" dirty="0"/>
              <a:t>25:40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“무슨 일을 하든지 마음을 다하여 주께 하듯 하고 사람에게 하듯 하지 말라” 골로새서 </a:t>
            </a:r>
            <a:r>
              <a:rPr lang="en-US" altLang="ko-KR"/>
              <a:t>3:23-24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112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2741</TotalTime>
  <Words>529</Words>
  <Application>Microsoft Office PowerPoint</Application>
  <PresentationFormat>와이드스크린</PresentationFormat>
  <Paragraphs>73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마태복음 제41강 </vt:lpstr>
      <vt:lpstr>길가에 떨어진 씨 : 닫힌 마음, 방어적 자아</vt:lpstr>
      <vt:lpstr>PowerPoint 프레젠테이션</vt:lpstr>
      <vt:lpstr>“귀 있는 자는 들으라”(마 13:9)</vt:lpstr>
      <vt:lpstr>돌밭에 떨어진 씨 : 감정은 빠르지만 뿌리가 얕은 인간상</vt:lpstr>
      <vt:lpstr>뿌리내림</vt:lpstr>
      <vt:lpstr>가시 떨기에 떨어진 씨 : 불안과 욕망에 압도된 인간상</vt:lpstr>
      <vt:lpstr>불안기반에서 진리기반으로</vt:lpstr>
      <vt:lpstr>PowerPoint 프레젠테이션</vt:lpstr>
      <vt:lpstr>모든 가치는 그리스도께</vt:lpstr>
      <vt:lpstr>좋은 땅</vt:lpstr>
      <vt:lpstr>PowerPoint 프레젠테이션</vt:lpstr>
      <vt:lpstr>PowerPoint 프레젠테이션</vt:lpstr>
      <vt:lpstr>사랑은 바라봄에서</vt:lpstr>
      <vt:lpstr>제자도 = 닮는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Junghoon Lee</dc:creator>
  <cp:lastModifiedBy>Junghoon Lee</cp:lastModifiedBy>
  <cp:revision>99</cp:revision>
  <dcterms:created xsi:type="dcterms:W3CDTF">2024-06-23T00:06:02Z</dcterms:created>
  <dcterms:modified xsi:type="dcterms:W3CDTF">2026-05-16T03:10:29Z</dcterms:modified>
</cp:coreProperties>
</file>